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9" r:id="rId4"/>
    <p:sldId id="262" r:id="rId5"/>
    <p:sldId id="263" r:id="rId6"/>
    <p:sldId id="264" r:id="rId7"/>
    <p:sldId id="267" r:id="rId8"/>
    <p:sldId id="265" r:id="rId9"/>
    <p:sldId id="266" r:id="rId10"/>
    <p:sldId id="258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133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73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4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10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51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91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8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51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6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40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71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67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6" r:id="rId2"/>
    <p:sldLayoutId id="2147483715" r:id="rId3"/>
    <p:sldLayoutId id="2147483714" r:id="rId4"/>
    <p:sldLayoutId id="2147483713" r:id="rId5"/>
    <p:sldLayoutId id="2147483712" r:id="rId6"/>
    <p:sldLayoutId id="2147483711" r:id="rId7"/>
    <p:sldLayoutId id="2147483710" r:id="rId8"/>
    <p:sldLayoutId id="2147483709" r:id="rId9"/>
    <p:sldLayoutId id="2147483708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5997AC-0325-4416-909F-5CE54C428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5"/>
            <a:ext cx="48768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E6828-9434-B32E-4729-CD01A0534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925907"/>
            <a:ext cx="3485776" cy="3830882"/>
          </a:xfrm>
        </p:spPr>
        <p:txBody>
          <a:bodyPr>
            <a:normAutofit/>
          </a:bodyPr>
          <a:lstStyle/>
          <a:p>
            <a:r>
              <a:rPr lang="en-US" sz="3600"/>
              <a:t>EBBB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F6B3E-7670-8CFD-F3CB-27F96177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885362"/>
            <a:ext cx="3343277" cy="970588"/>
          </a:xfrm>
        </p:spPr>
        <p:txBody>
          <a:bodyPr>
            <a:normAutofit/>
          </a:bodyPr>
          <a:lstStyle/>
          <a:p>
            <a:r>
              <a:rPr lang="en-US" sz="1600"/>
              <a:t>Bell Hsia, Oliver Kettleson-Belinkie, Phillip Lavrenyuk, Jaiden Steele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9749BDC-9E9A-8256-EC04-265E651842D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</a:extLst>
          </a:blip>
          <a:srcRect l="2291" t="1771" r="1480" b="5119"/>
          <a:stretch>
            <a:fillRect/>
          </a:stretch>
        </p:blipFill>
        <p:spPr>
          <a:xfrm>
            <a:off x="5461163" y="-4"/>
            <a:ext cx="6730838" cy="6858000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74F98EBF-4BF7-E721-6460-1553F2781438}"/>
              </a:ext>
            </a:extLst>
          </p:cNvPr>
          <p:cNvSpPr/>
          <p:nvPr/>
        </p:nvSpPr>
        <p:spPr>
          <a:xfrm rot="10800000" flipH="1">
            <a:off x="5461162" y="0"/>
            <a:ext cx="3540799" cy="6858000"/>
          </a:xfrm>
          <a:prstGeom prst="rt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BBC34B-67E3-005D-22E6-C4B01ED0435A}"/>
              </a:ext>
            </a:extLst>
          </p:cNvPr>
          <p:cNvCxnSpPr>
            <a:cxnSpLocks/>
          </p:cNvCxnSpPr>
          <p:nvPr/>
        </p:nvCxnSpPr>
        <p:spPr>
          <a:xfrm flipH="1">
            <a:off x="5615610" y="-79513"/>
            <a:ext cx="3677475" cy="7116411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33B6BE-EEEC-3B7C-7205-DF2F26D9381F}"/>
              </a:ext>
            </a:extLst>
          </p:cNvPr>
          <p:cNvCxnSpPr>
            <a:cxnSpLocks/>
          </p:cNvCxnSpPr>
          <p:nvPr/>
        </p:nvCxnSpPr>
        <p:spPr>
          <a:xfrm flipH="1">
            <a:off x="5946913" y="-86138"/>
            <a:ext cx="3677475" cy="7116411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385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6302-7A92-B2C2-BEF6-40ABF6C62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Concept: Sheet Music Reader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2136B-D617-3F01-ACDA-8E8C396A4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like </a:t>
            </a:r>
            <a:r>
              <a:rPr lang="en-US" dirty="0" err="1"/>
              <a:t>inspo</a:t>
            </a:r>
            <a:r>
              <a:rPr lang="en-US" dirty="0"/>
              <a:t>. and stuff.</a:t>
            </a:r>
          </a:p>
        </p:txBody>
      </p:sp>
    </p:spTree>
    <p:extLst>
      <p:ext uri="{BB962C8B-B14F-4D97-AF65-F5344CB8AC3E}">
        <p14:creationId xmlns:p14="http://schemas.microsoft.com/office/powerpoint/2010/main" val="379234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25D9-C84B-3675-DCC0-270FD811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7E31A-1C46-50EC-7FF3-18E027BFC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rabicPeriod"/>
            </a:pPr>
            <a:r>
              <a:rPr lang="en-US" dirty="0"/>
              <a:t>develop neural network that is able to “recognize” music notes</a:t>
            </a:r>
          </a:p>
          <a:p>
            <a:pPr lvl="2"/>
            <a:r>
              <a:rPr lang="en-US" dirty="0"/>
              <a:t>create a repository of training data: quarter notes, rests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develop segmentation pipeline that can return an array of individual music notes from a score passed to the function</a:t>
            </a:r>
          </a:p>
        </p:txBody>
      </p:sp>
    </p:spTree>
    <p:extLst>
      <p:ext uri="{BB962C8B-B14F-4D97-AF65-F5344CB8AC3E}">
        <p14:creationId xmlns:p14="http://schemas.microsoft.com/office/powerpoint/2010/main" val="3439444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8A3A-70B3-02F5-FDF8-4DC91652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48C8E-3C0C-CC44-F32B-D5621E2D0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oliver</a:t>
            </a:r>
            <a:r>
              <a:rPr lang="en-US" dirty="0"/>
              <a:t> put in whatever you used in your code here. like what packages or whatever or where you got the code in</a:t>
            </a:r>
          </a:p>
        </p:txBody>
      </p:sp>
    </p:spTree>
    <p:extLst>
      <p:ext uri="{BB962C8B-B14F-4D97-AF65-F5344CB8AC3E}">
        <p14:creationId xmlns:p14="http://schemas.microsoft.com/office/powerpoint/2010/main" val="973482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4B01-E276-0693-DC97-C3DC38BF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33D0E7-46FA-785C-E04A-2050F322003C}"/>
              </a:ext>
            </a:extLst>
          </p:cNvPr>
          <p:cNvSpPr txBox="1"/>
          <p:nvPr/>
        </p:nvSpPr>
        <p:spPr>
          <a:xfrm>
            <a:off x="4874394" y="3912605"/>
            <a:ext cx="254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simple C-scale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F35A66D-14DE-2F3B-EEB9-204AE86DB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42" y="2749530"/>
            <a:ext cx="10053116" cy="116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9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9266-CB2A-7073-ECA5-606CE4F41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86063"/>
          </a:xfrm>
        </p:spPr>
        <p:txBody>
          <a:bodyPr/>
          <a:lstStyle/>
          <a:p>
            <a:r>
              <a:rPr lang="en-US" dirty="0"/>
              <a:t>“minimum viable product”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2220F-5482-E70B-28AC-E7DEFCC5D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820939"/>
            <a:ext cx="10691265" cy="32964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must our code be able to do in order to play a C-scale?</a:t>
            </a:r>
          </a:p>
          <a:p>
            <a:pPr lvl="1"/>
            <a:r>
              <a:rPr lang="en-US" dirty="0"/>
              <a:t>recognize the notes, both duration and pitch</a:t>
            </a:r>
          </a:p>
          <a:p>
            <a:pPr lvl="1"/>
            <a:r>
              <a:rPr lang="en-US" dirty="0"/>
              <a:t>no segmentation…yet.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ground rules are we setting?</a:t>
            </a:r>
          </a:p>
          <a:p>
            <a:pPr lvl="1"/>
            <a:r>
              <a:rPr lang="en-US" dirty="0"/>
              <a:t>fixed BPM and clef</a:t>
            </a:r>
          </a:p>
          <a:p>
            <a:pPr lvl="1"/>
            <a:r>
              <a:rPr lang="en-US" dirty="0"/>
              <a:t>quarter notes only, no rests</a:t>
            </a:r>
          </a:p>
          <a:p>
            <a:pPr lvl="1"/>
            <a:r>
              <a:rPr lang="en-US" dirty="0"/>
              <a:t>C3 - C4 range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8B6EC-C920-042F-34EE-F7DD25A56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086"/>
          <a:stretch>
            <a:fillRect/>
          </a:stretch>
        </p:blipFill>
        <p:spPr>
          <a:xfrm>
            <a:off x="5603919" y="3428998"/>
            <a:ext cx="734454" cy="1254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3D209-97C5-933D-52D3-81FBD94007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24" t="11086" r="10759"/>
          <a:stretch>
            <a:fillRect/>
          </a:stretch>
        </p:blipFill>
        <p:spPr>
          <a:xfrm>
            <a:off x="7283112" y="3428999"/>
            <a:ext cx="842211" cy="12545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4F6920-AC28-7D32-23E8-CD202D609D1A}"/>
              </a:ext>
            </a:extLst>
          </p:cNvPr>
          <p:cNvSpPr txBox="1"/>
          <p:nvPr/>
        </p:nvSpPr>
        <p:spPr>
          <a:xfrm>
            <a:off x="5684654" y="4568174"/>
            <a:ext cx="56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7AB9D-4D3E-4131-8B4F-D4409B2188CF}"/>
              </a:ext>
            </a:extLst>
          </p:cNvPr>
          <p:cNvSpPr txBox="1"/>
          <p:nvPr/>
        </p:nvSpPr>
        <p:spPr>
          <a:xfrm>
            <a:off x="7421474" y="4580936"/>
            <a:ext cx="56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50FB4F-0421-0C84-795E-A9076AEF19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754" r="18448"/>
          <a:stretch>
            <a:fillRect/>
          </a:stretch>
        </p:blipFill>
        <p:spPr>
          <a:xfrm>
            <a:off x="9070061" y="3428998"/>
            <a:ext cx="734454" cy="12545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AD41C4-F892-9610-F95E-CCAE7903EDA0}"/>
              </a:ext>
            </a:extLst>
          </p:cNvPr>
          <p:cNvSpPr txBox="1"/>
          <p:nvPr/>
        </p:nvSpPr>
        <p:spPr>
          <a:xfrm>
            <a:off x="9154545" y="4593335"/>
            <a:ext cx="56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rest</a:t>
            </a:r>
          </a:p>
        </p:txBody>
      </p:sp>
    </p:spTree>
    <p:extLst>
      <p:ext uri="{BB962C8B-B14F-4D97-AF65-F5344CB8AC3E}">
        <p14:creationId xmlns:p14="http://schemas.microsoft.com/office/powerpoint/2010/main" val="297988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216C6-0DAC-4657-37A3-E43BCC22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71586-EA4A-DBAA-2C4F-6D86D824F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oliverrrrrrrrrrrrrrrr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93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CFBE-23AE-DC13-5EEE-AFEBD731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29CC13-AD5F-FCC7-89EB-F00C4451AC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935"/>
          <a:stretch>
            <a:fillRect/>
          </a:stretch>
        </p:blipFill>
        <p:spPr>
          <a:xfrm>
            <a:off x="906112" y="2221992"/>
            <a:ext cx="5167075" cy="25639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56B706-8177-7402-627E-4FC87CEAE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774" b="4161"/>
          <a:stretch>
            <a:fillRect/>
          </a:stretch>
        </p:blipFill>
        <p:spPr>
          <a:xfrm>
            <a:off x="6172651" y="2021466"/>
            <a:ext cx="5167075" cy="2563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AEFF28-C85F-08FD-E420-72B9466CE5FA}"/>
              </a:ext>
            </a:extLst>
          </p:cNvPr>
          <p:cNvSpPr txBox="1"/>
          <p:nvPr/>
        </p:nvSpPr>
        <p:spPr>
          <a:xfrm>
            <a:off x="4376160" y="4585371"/>
            <a:ext cx="3592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extended score, “ode to joy” and “twinkle </a:t>
            </a:r>
            <a:r>
              <a:rPr lang="en-US" dirty="0" err="1"/>
              <a:t>twinkle</a:t>
            </a:r>
            <a:r>
              <a:rPr lang="en-US" dirty="0"/>
              <a:t> little star”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DE716D-5D41-53EC-DAB1-D372BB6D59C3}"/>
              </a:ext>
            </a:extLst>
          </p:cNvPr>
          <p:cNvCxnSpPr>
            <a:cxnSpLocks/>
          </p:cNvCxnSpPr>
          <p:nvPr/>
        </p:nvCxnSpPr>
        <p:spPr>
          <a:xfrm>
            <a:off x="9577137" y="2165683"/>
            <a:ext cx="0" cy="5486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70FA0D67-557D-E604-11B6-EC4C23DCFAC6}"/>
              </a:ext>
            </a:extLst>
          </p:cNvPr>
          <p:cNvSpPr/>
          <p:nvPr/>
        </p:nvSpPr>
        <p:spPr>
          <a:xfrm rot="18881662">
            <a:off x="9535038" y="2018796"/>
            <a:ext cx="91440" cy="91440"/>
          </a:xfrm>
          <a:prstGeom prst="rt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4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D9FB-495A-E872-70B8-A78A67B3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BA5F8-B248-2243-F370-AB9544159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86063"/>
          </a:xfrm>
        </p:spPr>
        <p:txBody>
          <a:bodyPr/>
          <a:lstStyle/>
          <a:p>
            <a:r>
              <a:rPr lang="en-US" dirty="0"/>
              <a:t>SECOND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2DBEA-878C-FD82-9DF9-0EEB3BA6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820940"/>
            <a:ext cx="10691265" cy="12190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more must our code be able to do in order to play something more complex?</a:t>
            </a:r>
          </a:p>
          <a:p>
            <a:pPr lvl="1"/>
            <a:r>
              <a:rPr lang="en-US" dirty="0"/>
              <a:t>recognize rests!</a:t>
            </a:r>
          </a:p>
          <a:p>
            <a:pPr lvl="1"/>
            <a:r>
              <a:rPr lang="en-US" dirty="0"/>
              <a:t>fully automate both segmentation and recognition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4315AA-BB2C-B140-3280-79E799B5F0CE}"/>
              </a:ext>
            </a:extLst>
          </p:cNvPr>
          <p:cNvSpPr txBox="1">
            <a:spLocks/>
          </p:cNvSpPr>
          <p:nvPr/>
        </p:nvSpPr>
        <p:spPr>
          <a:xfrm>
            <a:off x="700635" y="3818021"/>
            <a:ext cx="9693045" cy="786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so we started work on a segmentation pipeline…</a:t>
            </a:r>
          </a:p>
        </p:txBody>
      </p:sp>
    </p:spTree>
    <p:extLst>
      <p:ext uri="{BB962C8B-B14F-4D97-AF65-F5344CB8AC3E}">
        <p14:creationId xmlns:p14="http://schemas.microsoft.com/office/powerpoint/2010/main" val="1606629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A9183-51DD-8A03-B69B-CDF89B685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5134" y="2716165"/>
            <a:ext cx="8561732" cy="142566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9600" dirty="0"/>
              <a:t>[LIVE DEMO]</a:t>
            </a:r>
          </a:p>
        </p:txBody>
      </p:sp>
    </p:spTree>
    <p:extLst>
      <p:ext uri="{BB962C8B-B14F-4D97-AF65-F5344CB8AC3E}">
        <p14:creationId xmlns:p14="http://schemas.microsoft.com/office/powerpoint/2010/main" val="50948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E16F-BD81-8331-2306-1CC0043A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D012F-ABAA-0152-E9FB-391F2EAB2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next. talk about like more capabilities and whatnot</a:t>
            </a:r>
          </a:p>
        </p:txBody>
      </p:sp>
    </p:spTree>
    <p:extLst>
      <p:ext uri="{BB962C8B-B14F-4D97-AF65-F5344CB8AC3E}">
        <p14:creationId xmlns:p14="http://schemas.microsoft.com/office/powerpoint/2010/main" val="378741079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446</TotalTime>
  <Words>228</Words>
  <Application>Microsoft Office PowerPoint</Application>
  <PresentationFormat>Widescreen</PresentationFormat>
  <Paragraphs>36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Calisto MT</vt:lpstr>
      <vt:lpstr>Univers Condensed</vt:lpstr>
      <vt:lpstr>ChronicleVTI</vt:lpstr>
      <vt:lpstr>EBBB Final Project</vt:lpstr>
      <vt:lpstr>Concept: Sheet Music Reader</vt:lpstr>
      <vt:lpstr>PROCESS</vt:lpstr>
      <vt:lpstr>RESOURCES</vt:lpstr>
      <vt:lpstr>CHALLENGE 1</vt:lpstr>
      <vt:lpstr>“minimum viable product”</vt:lpstr>
      <vt:lpstr>NEURAL NETWORK</vt:lpstr>
      <vt:lpstr>CHALLENGE 2</vt:lpstr>
      <vt:lpstr>SECOND ITERATION</vt:lpstr>
      <vt:lpstr>PowerPoint Presentation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Hsia, Bell</dc:creator>
  <cp:lastModifiedBy>Hsia, Bell</cp:lastModifiedBy>
  <cp:revision>1</cp:revision>
  <dcterms:created xsi:type="dcterms:W3CDTF">2025-11-17T08:38:17Z</dcterms:created>
  <dcterms:modified xsi:type="dcterms:W3CDTF">2025-11-17T16:04:39Z</dcterms:modified>
</cp:coreProperties>
</file>